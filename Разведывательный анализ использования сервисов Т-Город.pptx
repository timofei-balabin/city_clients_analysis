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44D09-475D-B8EB-9583-8030F7818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19E9CF-9563-10CF-E7EC-24B9C0EBB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9B2F20-A109-E552-DB35-9641A14B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0CBB99-2298-F7B2-1568-52A54DDB6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5934A1-8FD6-FEB4-026E-3DEDE8FC4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18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D43A5-06FA-9E8F-F2DD-BAD9CA3C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49A0F7-DB21-0FD8-2F89-FFD19BB3A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DAFC30-9784-2555-07A5-3711692E8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EABA98-2CC2-A11D-8635-C3E1828A0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D7C794-6DDB-C078-1C33-A0666807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484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E287F-B189-E805-384D-FAC67DA9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6930C6-8A09-9595-211E-D178D2EB8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2DA82B-D3EE-592C-6C5A-66637759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99A45C-4F5A-B5B2-0F9E-D51C4330F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CB6041-22AE-3C10-8D25-DB795BC9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39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665CE-56B4-7552-11CC-9EB8FF82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8ABA63-92CC-5419-7210-30EBFE3B9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8C7874-AA9F-0AF3-F07E-F5893F646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FB06FC-A333-70BA-E78C-37EFBED0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2717EA-D139-F54E-61EE-26B68708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DDAAE6-8153-0589-D881-C542B409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86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5DC25-F5E4-1B2F-10B5-93860E197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EE17C4-633D-C582-5592-C9EE44BB2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6B0A9E-9ADF-7200-5EEB-EC6FE0C4F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E8705A8-65BF-BA1E-2DCF-A41801544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F36A23B-86A0-A345-FA5A-70D30C31D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E07E49-57ED-63AC-531B-871BD3BE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E54905D-A7DE-2E21-738D-284292BFA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B51D1B1-E5DC-46C8-606D-9F6B1D37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86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67F3C-5084-569F-F987-03FFE2F30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0D36F2-57E1-E06B-BD06-7BFD8261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C391BCD-E162-6828-3980-28DA026C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7A0978-2B29-2A5B-7294-F536D661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7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1035F92-4C59-0E22-17B4-E314945C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C3C4A9B-8833-B327-EA4F-2FED61F3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CF637F-2CB2-F557-93AB-E08B2D5B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751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932D0-E1A7-1127-E95A-9E7F44A4D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81E4F8-E17E-B9F8-451C-B4F45459A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F73FC7-289D-8F64-48A8-E307F3BF4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951E92-4993-8437-B83A-6CF71151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C18D5A-58A9-2A02-4044-D87F53FA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AC4125-30E7-F700-A9A4-E4F8223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77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199F4-D060-D46E-3EB7-AB3D9DA0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20D908B-DA62-DBBF-1CDE-CA62DC331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C12D60-5212-3DD0-A8CF-6C0252299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C34062-88E4-59AB-76FE-E3485DC2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C7F416-7524-4525-6B42-6CA529AFA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1AEE79-2A5E-95F9-C71B-D6919DA3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693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ABB7C-9383-1832-C387-30326BA67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E8111F-1171-D286-9348-442CF6EAB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3FA9CB-D369-F6D9-04D6-DB1777575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D74786-9E25-06A7-5B62-1AD14473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9A7E2C-FC61-EF4A-D638-449946A8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97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58C261F-846A-8902-025A-ACAF4FB28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44E042-D347-6DA8-8D08-8A87844A5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E7BA9D-C149-D24D-B17D-9156D4D5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482C93-A287-0E5A-D764-59CD59A7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409C0E-C0F4-2872-DA3A-604125EA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566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6033A-8617-D25D-5AA9-0AE49EEA1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BF603B-FBA3-5134-E403-9B2E16018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6786A-76E3-E457-CDBE-FEBDB61EF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903AC-E1F8-479B-AC2F-DBBEEDF7EE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7A5B58-54A1-39C2-2CFE-35BF8A5CC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7CFB22-9F7C-7134-7DC0-AFEEA8CDA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DDB23-9820-4CE0-8F92-197169B049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84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2C5DC-227D-DF70-D5C4-E0BF8688D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922" y="1101109"/>
            <a:ext cx="10898155" cy="2387600"/>
          </a:xfrm>
        </p:spPr>
        <p:txBody>
          <a:bodyPr>
            <a:normAutofit/>
          </a:bodyPr>
          <a:lstStyle/>
          <a:p>
            <a:r>
              <a:rPr lang="ru-RU" dirty="0"/>
              <a:t>Разведывательный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нализ использования сервисов Т-Город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D8FBD2-8038-4E85-A75D-527B7CB6F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9884" y="4563091"/>
            <a:ext cx="5778759" cy="1655762"/>
          </a:xfrm>
        </p:spPr>
        <p:txBody>
          <a:bodyPr/>
          <a:lstStyle/>
          <a:p>
            <a:pPr algn="l"/>
            <a:r>
              <a:rPr lang="ru-RU" dirty="0"/>
              <a:t>Балабин Тимофей</a:t>
            </a:r>
          </a:p>
          <a:p>
            <a:pPr algn="l"/>
            <a:r>
              <a:rPr lang="ru-RU" dirty="0"/>
              <a:t>Будущий аналитик Т-банка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AFE86DE-00FA-8AB1-F398-4FC3E911D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519"/>
            <a:ext cx="3553618" cy="139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49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2C5DC-227D-DF70-D5C4-E0BF8688D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0824" y="-188129"/>
            <a:ext cx="8080311" cy="1395073"/>
          </a:xfrm>
        </p:spPr>
        <p:txBody>
          <a:bodyPr>
            <a:normAutofit/>
          </a:bodyPr>
          <a:lstStyle/>
          <a:p>
            <a:r>
              <a:rPr lang="ru-RU" dirty="0"/>
              <a:t>Основные инсайты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D8FBD2-8038-4E85-A75D-527B7CB6F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5163" y="2038739"/>
            <a:ext cx="3946849" cy="481926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50% клиентов банка используют Город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311K клиентов используют только Топливо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Только 16.8% пользователей Топлива используют другие сервисы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Мужчины активнее используют топливо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AFE86DE-00FA-8AB1-F398-4FC3E911D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519"/>
            <a:ext cx="3553618" cy="139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513CE5D-16DC-A23E-34D6-BCF8BF7D9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2396"/>
            <a:ext cx="7967660" cy="253121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440161-A03B-F78A-6222-82188D745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03" y="1533524"/>
            <a:ext cx="7681922" cy="252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02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2C5DC-227D-DF70-D5C4-E0BF8688D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0824" y="-188129"/>
            <a:ext cx="8080311" cy="1395073"/>
          </a:xfrm>
        </p:spPr>
        <p:txBody>
          <a:bodyPr>
            <a:normAutofit/>
          </a:bodyPr>
          <a:lstStyle/>
          <a:p>
            <a:r>
              <a:rPr lang="ru-RU" dirty="0"/>
              <a:t>Основные инсайты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D8FBD2-8038-4E85-A75D-527B7CB6F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5150" y="1374361"/>
            <a:ext cx="3946849" cy="481926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Средний возраст клиента – 36 лет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59% мужчин и 41% женщин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Конверсия уменьшается с ростом количества детей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На слайде представлены регионы с лучшей конверсией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I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T/финансы: 85-95% конверсия 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Р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абочие: 9-18%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конверсия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AFE86DE-00FA-8AB1-F398-4FC3E911D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519"/>
            <a:ext cx="3553618" cy="139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90E0BE-3B00-0AA4-1168-992F6755E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41" y="3895999"/>
            <a:ext cx="3603302" cy="276682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8A7881A-39C5-5D7B-2CDB-0594440A0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365" y="1206944"/>
            <a:ext cx="3736181" cy="257704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73BBDF8-18B5-477E-EF45-C130325A09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58212"/>
            <a:ext cx="4169455" cy="233778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B8B3E90-73BC-74C4-F58C-B21A7C0FCB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035" y="3895998"/>
            <a:ext cx="3473254" cy="277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97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2C5DC-227D-DF70-D5C4-E0BF8688D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0824" y="-188129"/>
            <a:ext cx="8080311" cy="1395073"/>
          </a:xfrm>
        </p:spPr>
        <p:txBody>
          <a:bodyPr>
            <a:normAutofit/>
          </a:bodyPr>
          <a:lstStyle/>
          <a:p>
            <a:r>
              <a:rPr lang="ru-RU" dirty="0"/>
              <a:t>Основные инсайты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D8FBD2-8038-4E85-A75D-527B7CB6F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5150" y="1374361"/>
            <a:ext cx="3946849" cy="481926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Средний возраст клиента – 36 лет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59% мужчин и 41% женщин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Конверсия уменьшается с ростом количества детей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На слайде представлены регионы с лучшей конверсией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I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T/финансы: 85-95% конверсия 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Р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абочие: 9-18%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конверсия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AFE86DE-00FA-8AB1-F398-4FC3E911D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519"/>
            <a:ext cx="3553618" cy="139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90E0BE-3B00-0AA4-1168-992F6755E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41" y="3895999"/>
            <a:ext cx="3603302" cy="276682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8A7881A-39C5-5D7B-2CDB-0594440A0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365" y="1206944"/>
            <a:ext cx="3736181" cy="257704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73BBDF8-18B5-477E-EF45-C130325A09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58212"/>
            <a:ext cx="4169455" cy="233778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B8B3E90-73BC-74C4-F58C-B21A7C0FCB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035" y="3895998"/>
            <a:ext cx="3473254" cy="277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68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2C5DC-227D-DF70-D5C4-E0BF8688D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0824" y="-188129"/>
            <a:ext cx="8080311" cy="1395073"/>
          </a:xfrm>
        </p:spPr>
        <p:txBody>
          <a:bodyPr>
            <a:normAutofit/>
          </a:bodyPr>
          <a:lstStyle/>
          <a:p>
            <a:r>
              <a:rPr lang="ru-RU" dirty="0"/>
              <a:t>Продуктовые гипотезы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D8FBD2-8038-4E85-A75D-527B7CB6F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813" y="1374361"/>
            <a:ext cx="7212564" cy="4819261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Гипотеза 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 Персональные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офферы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в сервисе "Топливо" увеличат конверсию в "Продукты" и "Афишу" на +10%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Гипотеза B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 Упрощенный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онбординг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для рабочих профессий повысит их конверсию с 15% до 30%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Гипотеза C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 Региональные спецпредложения в топ-10 регионах увеличат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мультисервисность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на +15%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AFE86DE-00FA-8AB1-F398-4FC3E911D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519"/>
            <a:ext cx="3553618" cy="139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81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2C5DC-227D-DF70-D5C4-E0BF8688D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0048" y="119831"/>
            <a:ext cx="9311951" cy="1395073"/>
          </a:xfrm>
        </p:spPr>
        <p:txBody>
          <a:bodyPr>
            <a:normAutofit fontScale="90000"/>
          </a:bodyPr>
          <a:lstStyle/>
          <a:p>
            <a:r>
              <a:rPr lang="ru-RU" dirty="0"/>
              <a:t>Самая перспективная -</a:t>
            </a:r>
            <a:br>
              <a:rPr lang="ru-RU" dirty="0"/>
            </a:br>
            <a:r>
              <a:rPr lang="ru-RU" dirty="0"/>
              <a:t>гипотеза 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D8FBD2-8038-4E85-A75D-527B7CB6F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6575" y="1669997"/>
            <a:ext cx="3946849" cy="4819261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Всего пользователей Топлива: 373,971 </a:t>
            </a:r>
            <a:endParaRPr lang="en-U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Из них используют Продукты: 36,034 (9.6%) </a:t>
            </a:r>
            <a:endParaRPr lang="en-U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Из них используют Афишу: 34,958 (9.3%) </a:t>
            </a:r>
            <a:endParaRPr lang="en-U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Из них используют другие сервисы: 62,896 (16.8%)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Самый большой потенциал (311K клиентов)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Высокий LTV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uplift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(+12K у.е.)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Быстрая окупаемость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Легко реализовать технически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AFE86DE-00FA-8AB1-F398-4FC3E911D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519"/>
            <a:ext cx="3553618" cy="139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FC16F9-1FD8-6437-103E-068868673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76" y="3607582"/>
            <a:ext cx="4851335" cy="279468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37B2391-9DD6-9FB6-5D93-F7508360A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0" y="1443431"/>
            <a:ext cx="6367375" cy="200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903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234</Words>
  <Application>Microsoft Office PowerPoint</Application>
  <PresentationFormat>Широкоэкранный</PresentationFormat>
  <Paragraphs>35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quote-cjk-patch</vt:lpstr>
      <vt:lpstr>Тема Office</vt:lpstr>
      <vt:lpstr>Разведывательный анализ использования сервисов Т-Город</vt:lpstr>
      <vt:lpstr>Основные инсайты</vt:lpstr>
      <vt:lpstr>Основные инсайты</vt:lpstr>
      <vt:lpstr>Основные инсайты</vt:lpstr>
      <vt:lpstr>Продуктовые гипотезы</vt:lpstr>
      <vt:lpstr>Самая перспективная - гипотеза 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timofei.balabin@yandex.ru</dc:creator>
  <cp:lastModifiedBy>timofei.balabin@yandex.ru</cp:lastModifiedBy>
  <cp:revision>2</cp:revision>
  <dcterms:created xsi:type="dcterms:W3CDTF">2025-11-13T19:49:08Z</dcterms:created>
  <dcterms:modified xsi:type="dcterms:W3CDTF">2025-11-13T20:55:26Z</dcterms:modified>
</cp:coreProperties>
</file>